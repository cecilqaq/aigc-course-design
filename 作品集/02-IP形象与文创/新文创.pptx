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260" r:id="rId3"/>
    <p:sldId id="288" r:id="rId5"/>
    <p:sldId id="289" r:id="rId6"/>
    <p:sldId id="290" r:id="rId7"/>
    <p:sldId id="291" r:id="rId8"/>
    <p:sldId id="292" r:id="rId9"/>
    <p:sldId id="293" r:id="rId10"/>
    <p:sldId id="262" r:id="rId11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6C77"/>
    <a:srgbClr val="444A4D"/>
    <a:srgbClr val="000000"/>
    <a:srgbClr val="52606A"/>
    <a:srgbClr val="FFFFFF"/>
    <a:srgbClr val="35393C"/>
    <a:srgbClr val="C9D7DF"/>
    <a:srgbClr val="6B94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186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612" y="90"/>
      </p:cViewPr>
      <p:guideLst>
        <p:guide orient="horz" pos="213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29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9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CDD9A7-829F-4B19-8F22-FCFA49ACF42D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16386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1638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 fontAlgn="base"/>
            <a:fld id="{9A0DB2DC-4C9A-4742-B13C-FB6460FD3503}" type="slidenum">
              <a:rPr lang="" altLang="en-US" sz="1200" dirty="0">
                <a:latin typeface="Calibri" panose="020F0502020204030204" pitchFamily="34" charset="0"/>
              </a:rPr>
            </a:fld>
            <a:endParaRPr lang="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33794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32771" name="灯片编号占位符 3"/>
          <p:cNvSpPr txBox="1"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4361FC-0395-4590-A560-E0241799FFB2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91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900053"/>
            <a:ext cx="9144000" cy="979953"/>
          </a:xfrm>
        </p:spPr>
        <p:txBody>
          <a:bodyPr anchor="b">
            <a:noAutofit/>
          </a:bodyPr>
          <a:lstStyle>
            <a:lvl1pPr algn="ctr">
              <a:defRPr sz="6400">
                <a:solidFill>
                  <a:schemeClr val="bg1"/>
                </a:solidFill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82720"/>
            <a:ext cx="9144000" cy="41656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3675EC0-615B-477A-899B-C45F2AF5274F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六边形 8"/>
          <p:cNvSpPr/>
          <p:nvPr>
            <p:custDataLst>
              <p:tags r:id="rId2"/>
            </p:custDataLst>
          </p:nvPr>
        </p:nvSpPr>
        <p:spPr>
          <a:xfrm>
            <a:off x="265113" y="506413"/>
            <a:ext cx="696913" cy="601663"/>
          </a:xfrm>
          <a:prstGeom prst="hexagon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1060344" y="506729"/>
            <a:ext cx="10515600" cy="6013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3E6D06-DB7F-4243-9558-BB88AE300CE7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图片 6"/>
          <p:cNvPicPr>
            <a:picLocks noChangeAspect="1"/>
          </p:cNvPicPr>
          <p:nvPr/>
        </p:nvPicPr>
        <p:blipFill>
          <a:blip r:embed="rId2"/>
          <a:srcRect l="726" t="4927" r="2299" b="5486"/>
          <a:stretch>
            <a:fillRect/>
          </a:stretch>
        </p:blipFill>
        <p:spPr>
          <a:xfrm>
            <a:off x="1588" y="-6350"/>
            <a:ext cx="4184650" cy="68691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六边形 7"/>
          <p:cNvSpPr/>
          <p:nvPr/>
        </p:nvSpPr>
        <p:spPr>
          <a:xfrm>
            <a:off x="3614738" y="2924175"/>
            <a:ext cx="1173163" cy="1009650"/>
          </a:xfrm>
          <a:prstGeom prst="hexagon">
            <a:avLst/>
          </a:prstGeom>
          <a:solidFill>
            <a:schemeClr val="accent2"/>
          </a:solidFill>
          <a:ln>
            <a:solidFill>
              <a:schemeClr val="accent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1904" y="2856792"/>
            <a:ext cx="4477001" cy="642117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tx2"/>
                </a:solidFill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31904" y="3571479"/>
            <a:ext cx="4477001" cy="43358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3FD460-E9A1-4D8D-A4FD-54B0E5E363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六边形 8"/>
          <p:cNvSpPr/>
          <p:nvPr>
            <p:custDataLst>
              <p:tags r:id="rId2"/>
            </p:custDataLst>
          </p:nvPr>
        </p:nvSpPr>
        <p:spPr>
          <a:xfrm>
            <a:off x="265113" y="506413"/>
            <a:ext cx="696913" cy="601663"/>
          </a:xfrm>
          <a:prstGeom prst="hexagon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1060344" y="506729"/>
            <a:ext cx="10515600" cy="6013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F014D5F-54AA-4F91-A5AC-6364202D9A74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六边形 8"/>
          <p:cNvSpPr/>
          <p:nvPr>
            <p:custDataLst>
              <p:tags r:id="rId2"/>
            </p:custDataLst>
          </p:nvPr>
        </p:nvSpPr>
        <p:spPr>
          <a:xfrm>
            <a:off x="265113" y="506413"/>
            <a:ext cx="696913" cy="601663"/>
          </a:xfrm>
          <a:prstGeom prst="hexagon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椭圆 9"/>
          <p:cNvSpPr/>
          <p:nvPr>
            <p:custDataLst>
              <p:tags r:id="rId3"/>
            </p:custDataLst>
          </p:nvPr>
        </p:nvSpPr>
        <p:spPr>
          <a:xfrm>
            <a:off x="5618163" y="3517900"/>
            <a:ext cx="860425" cy="86042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VS</a:t>
            </a: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0344" y="506729"/>
            <a:ext cx="10515600" cy="6013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744961"/>
            <a:ext cx="408781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615610"/>
            <a:ext cx="4087811" cy="357405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7168515" y="1744961"/>
            <a:ext cx="418687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7168515" y="2615610"/>
            <a:ext cx="4186874" cy="357405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B99505F-FEFC-4ACA-AAC7-E8262B21738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流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六边形 8"/>
          <p:cNvSpPr/>
          <p:nvPr>
            <p:custDataLst>
              <p:tags r:id="rId2"/>
            </p:custDataLst>
          </p:nvPr>
        </p:nvSpPr>
        <p:spPr>
          <a:xfrm>
            <a:off x="265113" y="506413"/>
            <a:ext cx="696913" cy="601663"/>
          </a:xfrm>
          <a:prstGeom prst="hexagon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2" name="Freeform 7"/>
          <p:cNvSpPr/>
          <p:nvPr userDrawn="1">
            <p:custDataLst>
              <p:tags r:id="rId3"/>
            </p:custDataLst>
          </p:nvPr>
        </p:nvSpPr>
        <p:spPr>
          <a:xfrm>
            <a:off x="1436688" y="2400300"/>
            <a:ext cx="2468562" cy="565150"/>
          </a:xfrm>
          <a:custGeom>
            <a:avLst/>
            <a:gdLst/>
            <a:ahLst/>
            <a:cxnLst>
              <a:cxn ang="0">
                <a:pos x="2147483646" y="1846211113"/>
              </a:cxn>
              <a:cxn ang="0">
                <a:pos x="84846235" y="1846211113"/>
              </a:cxn>
              <a:cxn ang="0">
                <a:pos x="0" y="1782179291"/>
              </a:cxn>
              <a:cxn ang="0">
                <a:pos x="0" y="53359307"/>
              </a:cxn>
              <a:cxn ang="0">
                <a:pos x="84846235" y="0"/>
              </a:cxn>
              <a:cxn ang="0">
                <a:pos x="2147483646" y="0"/>
              </a:cxn>
              <a:cxn ang="0">
                <a:pos x="2147483646" y="21345029"/>
              </a:cxn>
              <a:cxn ang="0">
                <a:pos x="2147483646" y="885753388"/>
              </a:cxn>
              <a:cxn ang="0">
                <a:pos x="2147483646" y="949785210"/>
              </a:cxn>
              <a:cxn ang="0">
                <a:pos x="2147483646" y="1814196835"/>
              </a:cxn>
              <a:cxn ang="0">
                <a:pos x="2147483646" y="1846211113"/>
              </a:cxn>
            </a:cxnLst>
            <a:pathLst>
              <a:path w="758" h="173">
                <a:moveTo>
                  <a:pt x="674" y="173"/>
                </a:moveTo>
                <a:cubicBezTo>
                  <a:pt x="8" y="173"/>
                  <a:pt x="8" y="173"/>
                  <a:pt x="8" y="173"/>
                </a:cubicBezTo>
                <a:cubicBezTo>
                  <a:pt x="4" y="173"/>
                  <a:pt x="0" y="170"/>
                  <a:pt x="0" y="167"/>
                </a:cubicBezTo>
                <a:cubicBezTo>
                  <a:pt x="0" y="5"/>
                  <a:pt x="0" y="5"/>
                  <a:pt x="0" y="5"/>
                </a:cubicBezTo>
                <a:cubicBezTo>
                  <a:pt x="0" y="2"/>
                  <a:pt x="4" y="0"/>
                  <a:pt x="8" y="0"/>
                </a:cubicBezTo>
                <a:cubicBezTo>
                  <a:pt x="674" y="0"/>
                  <a:pt x="674" y="0"/>
                  <a:pt x="674" y="0"/>
                </a:cubicBezTo>
                <a:cubicBezTo>
                  <a:pt x="677" y="0"/>
                  <a:pt x="679" y="1"/>
                  <a:pt x="680" y="2"/>
                </a:cubicBezTo>
                <a:cubicBezTo>
                  <a:pt x="756" y="83"/>
                  <a:pt x="756" y="83"/>
                  <a:pt x="756" y="83"/>
                </a:cubicBezTo>
                <a:cubicBezTo>
                  <a:pt x="758" y="85"/>
                  <a:pt x="758" y="87"/>
                  <a:pt x="756" y="89"/>
                </a:cubicBezTo>
                <a:cubicBezTo>
                  <a:pt x="680" y="170"/>
                  <a:pt x="680" y="170"/>
                  <a:pt x="680" y="170"/>
                </a:cubicBezTo>
                <a:cubicBezTo>
                  <a:pt x="679" y="172"/>
                  <a:pt x="677" y="173"/>
                  <a:pt x="674" y="173"/>
                </a:cubicBez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7173" name="Freeform 8"/>
          <p:cNvSpPr/>
          <p:nvPr>
            <p:custDataLst>
              <p:tags r:id="rId4"/>
            </p:custDataLst>
          </p:nvPr>
        </p:nvSpPr>
        <p:spPr>
          <a:xfrm>
            <a:off x="3778250" y="2400300"/>
            <a:ext cx="2451100" cy="565150"/>
          </a:xfrm>
          <a:custGeom>
            <a:avLst/>
            <a:gdLst/>
            <a:ahLst/>
            <a:cxnLst>
              <a:cxn ang="0">
                <a:pos x="2147483646" y="1846211113"/>
              </a:cxn>
              <a:cxn ang="0">
                <a:pos x="105957179" y="1846211113"/>
              </a:cxn>
              <a:cxn ang="0">
                <a:pos x="31786177" y="1750165014"/>
              </a:cxn>
              <a:cxn ang="0">
                <a:pos x="773489688" y="949785210"/>
              </a:cxn>
              <a:cxn ang="0">
                <a:pos x="773489688" y="885753388"/>
              </a:cxn>
              <a:cxn ang="0">
                <a:pos x="31786177" y="85373584"/>
              </a:cxn>
              <a:cxn ang="0">
                <a:pos x="105957179" y="0"/>
              </a:cxn>
              <a:cxn ang="0">
                <a:pos x="2147483646" y="0"/>
              </a:cxn>
              <a:cxn ang="0">
                <a:pos x="2147483646" y="21345029"/>
              </a:cxn>
              <a:cxn ang="0">
                <a:pos x="2147483646" y="885753388"/>
              </a:cxn>
              <a:cxn ang="0">
                <a:pos x="2147483646" y="949785210"/>
              </a:cxn>
              <a:cxn ang="0">
                <a:pos x="2147483646" y="1814196835"/>
              </a:cxn>
              <a:cxn ang="0">
                <a:pos x="2147483646" y="1846211113"/>
              </a:cxn>
            </a:cxnLst>
            <a:pathLst>
              <a:path w="753" h="173">
                <a:moveTo>
                  <a:pt x="669" y="173"/>
                </a:moveTo>
                <a:cubicBezTo>
                  <a:pt x="10" y="173"/>
                  <a:pt x="10" y="173"/>
                  <a:pt x="10" y="173"/>
                </a:cubicBezTo>
                <a:cubicBezTo>
                  <a:pt x="3" y="173"/>
                  <a:pt x="0" y="168"/>
                  <a:pt x="3" y="164"/>
                </a:cubicBezTo>
                <a:cubicBezTo>
                  <a:pt x="73" y="89"/>
                  <a:pt x="73" y="89"/>
                  <a:pt x="73" y="89"/>
                </a:cubicBezTo>
                <a:cubicBezTo>
                  <a:pt x="75" y="87"/>
                  <a:pt x="75" y="85"/>
                  <a:pt x="73" y="83"/>
                </a:cubicBezTo>
                <a:cubicBezTo>
                  <a:pt x="3" y="8"/>
                  <a:pt x="3" y="8"/>
                  <a:pt x="3" y="8"/>
                </a:cubicBezTo>
                <a:cubicBezTo>
                  <a:pt x="0" y="4"/>
                  <a:pt x="3" y="0"/>
                  <a:pt x="10" y="0"/>
                </a:cubicBezTo>
                <a:cubicBezTo>
                  <a:pt x="669" y="0"/>
                  <a:pt x="669" y="0"/>
                  <a:pt x="669" y="0"/>
                </a:cubicBezTo>
                <a:cubicBezTo>
                  <a:pt x="671" y="0"/>
                  <a:pt x="674" y="1"/>
                  <a:pt x="675" y="2"/>
                </a:cubicBezTo>
                <a:cubicBezTo>
                  <a:pt x="751" y="83"/>
                  <a:pt x="751" y="83"/>
                  <a:pt x="751" y="83"/>
                </a:cubicBezTo>
                <a:cubicBezTo>
                  <a:pt x="753" y="85"/>
                  <a:pt x="753" y="87"/>
                  <a:pt x="751" y="89"/>
                </a:cubicBezTo>
                <a:cubicBezTo>
                  <a:pt x="675" y="170"/>
                  <a:pt x="675" y="170"/>
                  <a:pt x="675" y="170"/>
                </a:cubicBezTo>
                <a:cubicBezTo>
                  <a:pt x="674" y="172"/>
                  <a:pt x="671" y="173"/>
                  <a:pt x="669" y="173"/>
                </a:cubicBezTo>
                <a:close/>
              </a:path>
            </a:pathLst>
          </a:custGeom>
          <a:solidFill>
            <a:srgbClr val="444A4D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7174" name="Freeform 9"/>
          <p:cNvSpPr/>
          <p:nvPr>
            <p:custDataLst>
              <p:tags r:id="rId5"/>
            </p:custDataLst>
          </p:nvPr>
        </p:nvSpPr>
        <p:spPr>
          <a:xfrm>
            <a:off x="6102350" y="2400300"/>
            <a:ext cx="2452688" cy="565150"/>
          </a:xfrm>
          <a:custGeom>
            <a:avLst/>
            <a:gdLst/>
            <a:ahLst/>
            <a:cxnLst>
              <a:cxn ang="0">
                <a:pos x="2147483646" y="1846211113"/>
              </a:cxn>
              <a:cxn ang="0">
                <a:pos x="95485456" y="1846211113"/>
              </a:cxn>
              <a:cxn ang="0">
                <a:pos x="31829571" y="1750165014"/>
              </a:cxn>
              <a:cxn ang="0">
                <a:pos x="774492423" y="949785210"/>
              </a:cxn>
              <a:cxn ang="0">
                <a:pos x="774492423" y="885753388"/>
              </a:cxn>
              <a:cxn ang="0">
                <a:pos x="31829571" y="85373584"/>
              </a:cxn>
              <a:cxn ang="0">
                <a:pos x="95485456" y="0"/>
              </a:cxn>
              <a:cxn ang="0">
                <a:pos x="2147483646" y="0"/>
              </a:cxn>
              <a:cxn ang="0">
                <a:pos x="2147483646" y="21345029"/>
              </a:cxn>
              <a:cxn ang="0">
                <a:pos x="2147483646" y="885753388"/>
              </a:cxn>
              <a:cxn ang="0">
                <a:pos x="2147483646" y="949785210"/>
              </a:cxn>
              <a:cxn ang="0">
                <a:pos x="2147483646" y="1814196835"/>
              </a:cxn>
              <a:cxn ang="0">
                <a:pos x="2147483646" y="1846211113"/>
              </a:cxn>
            </a:cxnLst>
            <a:pathLst>
              <a:path w="753" h="173">
                <a:moveTo>
                  <a:pt x="669" y="173"/>
                </a:moveTo>
                <a:cubicBezTo>
                  <a:pt x="9" y="173"/>
                  <a:pt x="9" y="173"/>
                  <a:pt x="9" y="173"/>
                </a:cubicBezTo>
                <a:cubicBezTo>
                  <a:pt x="3" y="173"/>
                  <a:pt x="0" y="168"/>
                  <a:pt x="3" y="164"/>
                </a:cubicBezTo>
                <a:cubicBezTo>
                  <a:pt x="73" y="89"/>
                  <a:pt x="73" y="89"/>
                  <a:pt x="73" y="89"/>
                </a:cubicBezTo>
                <a:cubicBezTo>
                  <a:pt x="75" y="87"/>
                  <a:pt x="75" y="85"/>
                  <a:pt x="73" y="83"/>
                </a:cubicBezTo>
                <a:cubicBezTo>
                  <a:pt x="3" y="8"/>
                  <a:pt x="3" y="8"/>
                  <a:pt x="3" y="8"/>
                </a:cubicBezTo>
                <a:cubicBezTo>
                  <a:pt x="0" y="4"/>
                  <a:pt x="3" y="0"/>
                  <a:pt x="9" y="0"/>
                </a:cubicBezTo>
                <a:cubicBezTo>
                  <a:pt x="669" y="0"/>
                  <a:pt x="669" y="0"/>
                  <a:pt x="669" y="0"/>
                </a:cubicBezTo>
                <a:cubicBezTo>
                  <a:pt x="671" y="0"/>
                  <a:pt x="674" y="1"/>
                  <a:pt x="675" y="2"/>
                </a:cubicBezTo>
                <a:cubicBezTo>
                  <a:pt x="751" y="83"/>
                  <a:pt x="751" y="83"/>
                  <a:pt x="751" y="83"/>
                </a:cubicBezTo>
                <a:cubicBezTo>
                  <a:pt x="753" y="85"/>
                  <a:pt x="753" y="87"/>
                  <a:pt x="751" y="89"/>
                </a:cubicBezTo>
                <a:cubicBezTo>
                  <a:pt x="675" y="170"/>
                  <a:pt x="675" y="170"/>
                  <a:pt x="675" y="170"/>
                </a:cubicBezTo>
                <a:cubicBezTo>
                  <a:pt x="674" y="172"/>
                  <a:pt x="671" y="173"/>
                  <a:pt x="669" y="173"/>
                </a:cubicBezTo>
                <a:close/>
              </a:path>
            </a:pathLst>
          </a:custGeom>
          <a:solidFill>
            <a:srgbClr val="5D6C77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7175" name="Freeform 10"/>
          <p:cNvSpPr/>
          <p:nvPr>
            <p:custDataLst>
              <p:tags r:id="rId6"/>
            </p:custDataLst>
          </p:nvPr>
        </p:nvSpPr>
        <p:spPr>
          <a:xfrm>
            <a:off x="8428038" y="2400300"/>
            <a:ext cx="2451100" cy="565150"/>
          </a:xfrm>
          <a:custGeom>
            <a:avLst/>
            <a:gdLst/>
            <a:ahLst/>
            <a:cxnLst>
              <a:cxn ang="0">
                <a:pos x="2147483646" y="1846211113"/>
              </a:cxn>
              <a:cxn ang="0">
                <a:pos x="95361787" y="1846211113"/>
              </a:cxn>
              <a:cxn ang="0">
                <a:pos x="31786177" y="1750165014"/>
              </a:cxn>
              <a:cxn ang="0">
                <a:pos x="773489688" y="949785210"/>
              </a:cxn>
              <a:cxn ang="0">
                <a:pos x="773489688" y="885753388"/>
              </a:cxn>
              <a:cxn ang="0">
                <a:pos x="31786177" y="85373584"/>
              </a:cxn>
              <a:cxn ang="0">
                <a:pos x="95361787" y="0"/>
              </a:cxn>
              <a:cxn ang="0">
                <a:pos x="2147483646" y="0"/>
              </a:cxn>
              <a:cxn ang="0">
                <a:pos x="2147483646" y="21345029"/>
              </a:cxn>
              <a:cxn ang="0">
                <a:pos x="2147483646" y="885753388"/>
              </a:cxn>
              <a:cxn ang="0">
                <a:pos x="2147483646" y="949785210"/>
              </a:cxn>
              <a:cxn ang="0">
                <a:pos x="2147483646" y="1814196835"/>
              </a:cxn>
              <a:cxn ang="0">
                <a:pos x="2147483646" y="1846211113"/>
              </a:cxn>
            </a:cxnLst>
            <a:pathLst>
              <a:path w="753" h="173">
                <a:moveTo>
                  <a:pt x="669" y="173"/>
                </a:moveTo>
                <a:cubicBezTo>
                  <a:pt x="9" y="173"/>
                  <a:pt x="9" y="173"/>
                  <a:pt x="9" y="173"/>
                </a:cubicBezTo>
                <a:cubicBezTo>
                  <a:pt x="3" y="173"/>
                  <a:pt x="0" y="168"/>
                  <a:pt x="3" y="164"/>
                </a:cubicBezTo>
                <a:cubicBezTo>
                  <a:pt x="73" y="89"/>
                  <a:pt x="73" y="89"/>
                  <a:pt x="73" y="89"/>
                </a:cubicBezTo>
                <a:cubicBezTo>
                  <a:pt x="75" y="87"/>
                  <a:pt x="75" y="85"/>
                  <a:pt x="73" y="83"/>
                </a:cubicBezTo>
                <a:cubicBezTo>
                  <a:pt x="3" y="8"/>
                  <a:pt x="3" y="8"/>
                  <a:pt x="3" y="8"/>
                </a:cubicBezTo>
                <a:cubicBezTo>
                  <a:pt x="0" y="4"/>
                  <a:pt x="3" y="0"/>
                  <a:pt x="9" y="0"/>
                </a:cubicBezTo>
                <a:cubicBezTo>
                  <a:pt x="669" y="0"/>
                  <a:pt x="669" y="0"/>
                  <a:pt x="669" y="0"/>
                </a:cubicBezTo>
                <a:cubicBezTo>
                  <a:pt x="671" y="0"/>
                  <a:pt x="674" y="1"/>
                  <a:pt x="675" y="2"/>
                </a:cubicBezTo>
                <a:cubicBezTo>
                  <a:pt x="751" y="83"/>
                  <a:pt x="751" y="83"/>
                  <a:pt x="751" y="83"/>
                </a:cubicBezTo>
                <a:cubicBezTo>
                  <a:pt x="753" y="85"/>
                  <a:pt x="753" y="87"/>
                  <a:pt x="751" y="89"/>
                </a:cubicBezTo>
                <a:cubicBezTo>
                  <a:pt x="675" y="170"/>
                  <a:pt x="675" y="170"/>
                  <a:pt x="675" y="170"/>
                </a:cubicBezTo>
                <a:cubicBezTo>
                  <a:pt x="674" y="172"/>
                  <a:pt x="671" y="173"/>
                  <a:pt x="669" y="173"/>
                </a:cubicBezTo>
                <a:close/>
              </a:path>
            </a:pathLst>
          </a:custGeom>
          <a:solidFill>
            <a:srgbClr val="6B94A7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1060344" y="506729"/>
            <a:ext cx="10515600" cy="6013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8" name="文本占位符 37"/>
          <p:cNvSpPr>
            <a:spLocks noGrp="1"/>
          </p:cNvSpPr>
          <p:nvPr>
            <p:ph type="body" sz="quarter" idx="13"/>
          </p:nvPr>
        </p:nvSpPr>
        <p:spPr>
          <a:xfrm>
            <a:off x="1371600" y="1354138"/>
            <a:ext cx="9507538" cy="517525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0" name="文本占位符 39"/>
          <p:cNvSpPr>
            <a:spLocks noGrp="1"/>
          </p:cNvSpPr>
          <p:nvPr>
            <p:ph type="body" sz="quarter" idx="14"/>
          </p:nvPr>
        </p:nvSpPr>
        <p:spPr>
          <a:xfrm>
            <a:off x="1579245" y="2528888"/>
            <a:ext cx="2032635" cy="307975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1" name="文本占位符 39"/>
          <p:cNvSpPr>
            <a:spLocks noGrp="1"/>
          </p:cNvSpPr>
          <p:nvPr>
            <p:ph type="body" sz="quarter" idx="15"/>
          </p:nvPr>
        </p:nvSpPr>
        <p:spPr>
          <a:xfrm>
            <a:off x="4046855" y="2520315"/>
            <a:ext cx="2032635" cy="307975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2" name="文本占位符 39"/>
          <p:cNvSpPr>
            <a:spLocks noGrp="1"/>
          </p:cNvSpPr>
          <p:nvPr>
            <p:ph type="body" sz="quarter" idx="16"/>
          </p:nvPr>
        </p:nvSpPr>
        <p:spPr>
          <a:xfrm>
            <a:off x="6372225" y="2517459"/>
            <a:ext cx="2032635" cy="307975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3" name="文本占位符 39"/>
          <p:cNvSpPr>
            <a:spLocks noGrp="1"/>
          </p:cNvSpPr>
          <p:nvPr>
            <p:ph type="body" sz="quarter" idx="17"/>
          </p:nvPr>
        </p:nvSpPr>
        <p:spPr>
          <a:xfrm>
            <a:off x="8697595" y="2526242"/>
            <a:ext cx="2032635" cy="307975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5" name="内容占位符 44"/>
          <p:cNvSpPr>
            <a:spLocks noGrp="1"/>
          </p:cNvSpPr>
          <p:nvPr>
            <p:ph sz="quarter" idx="18"/>
          </p:nvPr>
        </p:nvSpPr>
        <p:spPr>
          <a:xfrm>
            <a:off x="1437004" y="3082925"/>
            <a:ext cx="2174875" cy="256381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6" name="内容占位符 44"/>
          <p:cNvSpPr>
            <a:spLocks noGrp="1"/>
          </p:cNvSpPr>
          <p:nvPr>
            <p:ph sz="quarter" idx="19"/>
          </p:nvPr>
        </p:nvSpPr>
        <p:spPr>
          <a:xfrm>
            <a:off x="3784758" y="3082925"/>
            <a:ext cx="2174875" cy="256381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7" name="内容占位符 44"/>
          <p:cNvSpPr>
            <a:spLocks noGrp="1"/>
          </p:cNvSpPr>
          <p:nvPr>
            <p:ph sz="quarter" idx="20"/>
          </p:nvPr>
        </p:nvSpPr>
        <p:spPr>
          <a:xfrm>
            <a:off x="6132512" y="3090122"/>
            <a:ext cx="2174875" cy="256381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8" name="内容占位符 44"/>
          <p:cNvSpPr>
            <a:spLocks noGrp="1"/>
          </p:cNvSpPr>
          <p:nvPr>
            <p:ph sz="quarter" idx="21"/>
          </p:nvPr>
        </p:nvSpPr>
        <p:spPr>
          <a:xfrm>
            <a:off x="8480266" y="3090122"/>
            <a:ext cx="2174875" cy="256381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8BF092A-E1F6-4D02-9281-2B82F24FB666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937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473127"/>
            <a:ext cx="10515600" cy="1911747"/>
          </a:xfrm>
        </p:spPr>
        <p:txBody>
          <a:bodyPr>
            <a:normAutofit/>
          </a:bodyPr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2A09996-907F-4F27-AE01-F43AEB21AD02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3675EC0-615B-477A-899B-C45F2AF5274F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文字与图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六边形 8"/>
          <p:cNvSpPr/>
          <p:nvPr>
            <p:custDataLst>
              <p:tags r:id="rId2"/>
            </p:custDataLst>
          </p:nvPr>
        </p:nvSpPr>
        <p:spPr>
          <a:xfrm>
            <a:off x="265113" y="506413"/>
            <a:ext cx="696913" cy="601663"/>
          </a:xfrm>
          <a:prstGeom prst="hexagon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33357" y="506730"/>
            <a:ext cx="6096000" cy="60134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1820332"/>
            <a:ext cx="6170400" cy="4040467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7" y="1820332"/>
            <a:ext cx="4165200" cy="404865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32F537C-97EC-45DC-A16D-D033D162256D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5" y="365126"/>
            <a:ext cx="1529316" cy="5811839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8879959" cy="5811839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3675EC0-615B-477A-899B-C45F2AF5274F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六边形 7"/>
          <p:cNvSpPr/>
          <p:nvPr/>
        </p:nvSpPr>
        <p:spPr>
          <a:xfrm>
            <a:off x="119063" y="620713"/>
            <a:ext cx="698500" cy="601663"/>
          </a:xfrm>
          <a:prstGeom prst="hexagon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4"/>
            <a:ext cx="10515600" cy="5558971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5B7F4B5-6E41-49B8-AED6-5C68C4214622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0" y="6778625"/>
            <a:ext cx="12192000" cy="952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7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文本占位符 2"/>
          <p:cNvSpPr>
            <a:spLocks noGrp="1"/>
          </p:cNvSpPr>
          <p:nvPr>
            <p:ph type="body"/>
            <p:custDataLst>
              <p:tags r:id="rId13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fontAlgn="auto" hangingPunct="1">
              <a:defRPr sz="1200" noProof="1" smtClean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fontAlgn="auto" hangingPunct="1">
              <a:defRPr sz="1200" noProof="1">
                <a:solidFill>
                  <a:schemeClr val="tx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eaLnBrk="1" fontAlgn="auto" hangingPunct="1">
              <a:defRPr sz="1200" noProof="1" smtClean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3675EC0-615B-477A-899B-C45F2AF5274F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ea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13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14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15.xml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16.xml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17.xml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18.xml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19.xml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未命名的设计（1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73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未命名的设计（3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73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未命名的设计（4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73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未命名的设计（5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73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未命名的设计（7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73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未命名的设计（9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73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未命名的设计（10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73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2473325"/>
            <a:ext cx="10515600" cy="191135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kern="1200" dirty="0">
                <a:latin typeface="+mj-ea"/>
                <a:ea typeface="+mj-ea"/>
                <a:cs typeface="+mj-cs"/>
              </a:rPr>
              <a:t>THANK YOU</a:t>
            </a:r>
            <a:endParaRPr lang="en-US" altLang="zh-CN" kern="1200" dirty="0">
              <a:latin typeface="+mj-ea"/>
              <a:ea typeface="+mj-ea"/>
              <a:cs typeface="+mj-cs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DIAGRAM_GROUP_CODE" val="r1-1"/>
  <p:tag name="KSO_WM_UNIT_ID" val="custom2_11*i*3"/>
  <p:tag name="KSO_WM_TEMPLATE_CATEGORY" val="custom"/>
  <p:tag name="KSO_WM_TEMPLATE_INDEX" val="2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DIAGRAM_GROUP_CODE" val="r1-1"/>
  <p:tag name="KSO_WM_UNIT_ID" val="custom2_11*i*3"/>
  <p:tag name="KSO_WM_TEMPLATE_CATEGORY" val="custom"/>
  <p:tag name="KSO_WM_TEMPLATE_INDEX" val="2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DIAGRAM_GROUP_CODE" val="r1-1"/>
  <p:tag name="KSO_WM_UNIT_ID" val="custom2_11*i*3"/>
  <p:tag name="KSO_WM_TEMPLATE_CATEGORY" val="custom"/>
  <p:tag name="KSO_WM_TEMPLATE_INDEX" val="2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UNIT_TYPE" val="r_i"/>
  <p:tag name="KSO_WM_UNIT_ID" val="custom2_11*r_i*1_1"/>
  <p:tag name="KSO_WM_TEMPLATE_CATEGORY" val="custom"/>
  <p:tag name="KSO_WM_TEMPLATE_INDEX" val="2"/>
  <p:tag name="KSO_WM_UNIT_INDEX" val="1_1"/>
  <p:tag name="KSO_WM_UNIT_HIGHLIGHT" val="0"/>
  <p:tag name="KSO_WM_UNIT_COMPATIBLE" val="0"/>
  <p:tag name="KSO_WM_DIAGRAM_GROUP_CODE" val="r1-1"/>
  <p:tag name="KSO_WM_UNIT_LAYERLEVEL" val="1_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DIAGRAM_GROUP_CODE" val="r1-1"/>
  <p:tag name="KSO_WM_UNIT_ID" val="custom2_11*i*3"/>
  <p:tag name="KSO_WM_TEMPLATE_CATEGORY" val="custom"/>
  <p:tag name="KSO_WM_TEMPLATE_INDEX" val="2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ID" val="custom2_10*m_h_i*1_1_1"/>
  <p:tag name="KSO_WM_TEMPLATE_CATEGORY" val="custom"/>
  <p:tag name="KSO_WM_TEMPLATE_INDEX" val="2"/>
  <p:tag name="KSO_WM_UNIT_LAYERLEVEL" val="1_1_1"/>
  <p:tag name="KSO_WM_TAG_VERSION" val="1.0"/>
  <p:tag name="KSO_WM_BEAUTIFY_FLAG" val="#wm#"/>
  <p:tag name="KSO_WM_DIAGRAM_GROUP_CODE" val="m1-4"/>
  <p:tag name="KSO_WM_UNIT_TYPE" val="m_h_i"/>
  <p:tag name="KSO_WM_UNIT_INDEX" val="1_1_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ID" val="custom2_10*m_h_i*1_2_1"/>
  <p:tag name="KSO_WM_TEMPLATE_CATEGORY" val="custom"/>
  <p:tag name="KSO_WM_TEMPLATE_INDEX" val="2"/>
  <p:tag name="KSO_WM_UNIT_LAYERLEVEL" val="1_1_1"/>
  <p:tag name="KSO_WM_TAG_VERSION" val="1.0"/>
  <p:tag name="KSO_WM_BEAUTIFY_FLAG" val="#wm#"/>
  <p:tag name="KSO_WM_DIAGRAM_GROUP_CODE" val="m1-4"/>
  <p:tag name="KSO_WM_UNIT_TYPE" val="m_h_i"/>
  <p:tag name="KSO_WM_UNIT_INDEX" val="1_2_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ID" val="custom2_10*m_h_i*1_3_1"/>
  <p:tag name="KSO_WM_TEMPLATE_CATEGORY" val="custom"/>
  <p:tag name="KSO_WM_TEMPLATE_INDEX" val="2"/>
  <p:tag name="KSO_WM_UNIT_LAYERLEVEL" val="1_1_1"/>
  <p:tag name="KSO_WM_TAG_VERSION" val="1.0"/>
  <p:tag name="KSO_WM_BEAUTIFY_FLAG" val="#wm#"/>
  <p:tag name="KSO_WM_DIAGRAM_GROUP_CODE" val="m1-4"/>
  <p:tag name="KSO_WM_UNIT_TYPE" val="m_h_i"/>
  <p:tag name="KSO_WM_UNIT_INDEX" val="1_3_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ID" val="custom2_10*m_h_i*1_4_1"/>
  <p:tag name="KSO_WM_TEMPLATE_CATEGORY" val="custom"/>
  <p:tag name="KSO_WM_TEMPLATE_INDEX" val="2"/>
  <p:tag name="KSO_WM_UNIT_LAYERLEVEL" val="1_1_1"/>
  <p:tag name="KSO_WM_TAG_VERSION" val="1.0"/>
  <p:tag name="KSO_WM_BEAUTIFY_FLAG" val="#wm#"/>
  <p:tag name="KSO_WM_DIAGRAM_GROUP_CODE" val="m1-4"/>
  <p:tag name="KSO_WM_UNIT_TYPE" val="m_h_i"/>
  <p:tag name="KSO_WM_UNIT_INDEX" val="1_4_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DIAGRAM_GROUP_CODE" val="r1-1"/>
  <p:tag name="KSO_WM_UNIT_ID" val="custom2_11*i*3"/>
  <p:tag name="KSO_WM_TEMPLATE_CATEGORY" val="custom"/>
  <p:tag name="KSO_WM_TEMPLATE_INDEX" val="2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11.xml><?xml version="1.0" encoding="utf-8"?>
<p:tagLst xmlns:p="http://schemas.openxmlformats.org/presentationml/2006/main">
  <p:tag name="KSO_WM_TAG_VERSION" val="1.0"/>
  <p:tag name="KSO_WM_TEMPLATE_CATEGORY" val="custom"/>
  <p:tag name="KSO_WM_TEMPLATE_INDEX" val="2"/>
</p:tagLst>
</file>

<file path=ppt/tags/tag12.xml><?xml version="1.0" encoding="utf-8"?>
<p:tagLst xmlns:p="http://schemas.openxmlformats.org/presentationml/2006/main">
  <p:tag name="KSO_WM_TAG_VERSION" val="1.0"/>
  <p:tag name="KSO_WM_TEMPLATE_CATEGORY" val="custom"/>
  <p:tag name="KSO_WM_TEMPLATE_INDEX" val="2"/>
</p:tagLst>
</file>

<file path=ppt/tags/tag13.xml><?xml version="1.0" encoding="utf-8"?>
<p:tagLst xmlns:p="http://schemas.openxmlformats.org/presentationml/2006/main">
  <p:tag name="KSO_WM_TAG_VERSION" val="1.0"/>
  <p:tag name="KSO_WM_SLIDE_ITEM_CNT" val="4"/>
  <p:tag name="KSO_WM_SLIDE_LAYOUT" val="a_m"/>
  <p:tag name="KSO_WM_SLIDE_LAYOUT_CNT" val="1_1"/>
  <p:tag name="KSO_WM_SLIDE_TYPE" val="contents"/>
  <p:tag name="KSO_WM_BEAUTIFY_FLAG" val="#wm#"/>
  <p:tag name="KSO_WM_COMBINE_RELATE_SLIDE_ID" val="custom20182772_6"/>
  <p:tag name="KSO_WM_TEMPLATE_CATEGORY" val="custom"/>
  <p:tag name="KSO_WM_TEMPLATE_INDEX" val="2"/>
  <p:tag name="KSO_WM_SLIDE_ID" val="custom2_2"/>
  <p:tag name="KSO_WM_SLIDE_INDEX" val="2"/>
  <p:tag name="KSO_WM_TEMPLATE_SUBCATEGORY" val="combine"/>
  <p:tag name="KSO_WM_SLIDE_SUBTYPE" val="diag"/>
  <p:tag name="KSO_WM_DIAGRAM_GROUP_CODE" val="m1-1"/>
  <p:tag name="KSO_WM_SLIDE_DIAGTYPE" val="m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2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2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2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2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2"/>
</p:tagLst>
</file>

<file path=ppt/tags/tag19.xml><?xml version="1.0" encoding="utf-8"?>
<p:tagLst xmlns:p="http://schemas.openxmlformats.org/presentationml/2006/main">
  <p:tag name="KSO_WM_BEAUTIFY_FLAG" val="#wm#"/>
  <p:tag name="KSO_WM_TEMPLATE_CATEGORY" val="custom"/>
  <p:tag name="KSO_WM_TEMPLATE_INDEX" val="2"/>
</p:tagLst>
</file>

<file path=ppt/tags/tag20.xml><?xml version="1.0" encoding="utf-8"?>
<p:tagLst xmlns:p="http://schemas.openxmlformats.org/presentationml/2006/main">
  <p:tag name="KSO_WM_TEMPLATE_CATEGORY" val="custom"/>
  <p:tag name="KSO_WM_TEMPLATE_INDEX" val="2"/>
  <p:tag name="KSO_WM_TAG_VERSION" val="1.0"/>
  <p:tag name="KSO_WM_UNIT_TYPE" val="a"/>
  <p:tag name="KSO_WM_UNIT_INDEX" val="1"/>
  <p:tag name="KSO_WM_UNIT_LAYERLEVEL" val="1"/>
  <p:tag name="KSO_WM_UNIT_VALUE" val="11"/>
  <p:tag name="KSO_WM_UNIT_ISCONTENTSTITLE" val="0"/>
  <p:tag name="KSO_WM_UNIT_HIGHLIGHT" val="0"/>
  <p:tag name="KSO_WM_UNIT_COMPATIBLE" val="0"/>
  <p:tag name="KSO_WM_BEAUTIFY_FLAG" val="#wm#"/>
  <p:tag name="KSO_WM_UNIT_ID" val="custom2_12*a*1"/>
  <p:tag name="KSO_WM_UNIT_PRESET_TEXT" val="THANK YOU"/>
</p:tagLst>
</file>

<file path=ppt/tags/tag21.xml><?xml version="1.0" encoding="utf-8"?>
<p:tagLst xmlns:p="http://schemas.openxmlformats.org/presentationml/2006/main">
  <p:tag name="KSO_WM_TAG_VERSION" val="1.0"/>
  <p:tag name="KSO_WM_SLIDE_ITEM_CNT" val="0"/>
  <p:tag name="KSO_WM_SLIDE_LAYOUT" val="a"/>
  <p:tag name="KSO_WM_SLIDE_LAYOUT_CNT" val="1"/>
  <p:tag name="KSO_WM_SLIDE_TYPE" val="endPage"/>
  <p:tag name="KSO_WM_BEAUTIFY_FLAG" val="#wm#"/>
  <p:tag name="KSO_WM_COMBINE_RELATE_SLIDE_ID" val="background20181944_10"/>
  <p:tag name="KSO_WM_TEMPLATE_CATEGORY" val="custom"/>
  <p:tag name="KSO_WM_TEMPLATE_INDEX" val="2"/>
  <p:tag name="KSO_WM_SLIDE_ID" val="custom2_12"/>
  <p:tag name="KSO_WM_SLIDE_INDEX" val="12"/>
  <p:tag name="KSO_WM_TEMPLATE_SUBCATEGORY" val="combine"/>
  <p:tag name="KSO_WM_SLIDE_SUBTYPE" val="pureTxt"/>
</p:tagLst>
</file>

<file path=ppt/theme/theme1.xml><?xml version="1.0" encoding="utf-8"?>
<a:theme xmlns:a="http://schemas.openxmlformats.org/drawingml/2006/main" name="通用模板-黑白">
  <a:themeElements>
    <a:clrScheme name="112701">
      <a:dk1>
        <a:sysClr val="windowText" lastClr="000000"/>
      </a:dk1>
      <a:lt1>
        <a:sysClr val="window" lastClr="FFFFFF"/>
      </a:lt1>
      <a:dk2>
        <a:srgbClr val="262626"/>
      </a:dk2>
      <a:lt2>
        <a:srgbClr val="EEECE1"/>
      </a:lt2>
      <a:accent1>
        <a:srgbClr val="FFFFFF"/>
      </a:accent1>
      <a:accent2>
        <a:srgbClr val="1B1E1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WPS 演示</Application>
  <PresentationFormat/>
  <Paragraphs>2</Paragraphs>
  <Slides>8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黑体</vt:lpstr>
      <vt:lpstr>Calibri</vt:lpstr>
      <vt:lpstr>微软雅黑</vt:lpstr>
      <vt:lpstr>Arial Unicode MS</vt:lpstr>
      <vt:lpstr>Arial Unicode MS</vt:lpstr>
      <vt:lpstr>通用模板-黑白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LICHUN</cp:lastModifiedBy>
  <cp:revision>61</cp:revision>
  <dcterms:created xsi:type="dcterms:W3CDTF">2018-03-01T02:03:00Z</dcterms:created>
  <dcterms:modified xsi:type="dcterms:W3CDTF">2026-04-08T14:04:04Z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2052-12.8.2.18205</vt:lpwstr>
  </property>
  <property fmtid="{D5CDD505-2E9C-101B-9397-08002B2CF9AE}" pid="3" name="ICV">
    <vt:lpwstr>91EDB398376244DDAD6DD8A7D3C0D335_11</vt:lpwstr>
  </property>
</Properties>
</file>