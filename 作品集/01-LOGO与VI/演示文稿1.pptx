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 descr="视觉设计（22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视觉设计（4）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LOGO设计23计科乙班李春_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1365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视觉设计（6）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8946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视觉设计（1）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8946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项目背景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未命名的设计（1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未命名的设计（2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35"/>
            <a:ext cx="12191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未命名的设计（3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35"/>
            <a:ext cx="12191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未命名的设计（4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未命名的设计（5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plain-image-1080x540-000000-rectangl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92000" cy="6856730"/>
          </a:xfrm>
          <a:prstGeom prst="rect">
            <a:avLst/>
          </a:prstGeom>
        </p:spPr>
      </p:pic>
      <p:pic>
        <p:nvPicPr>
          <p:cNvPr id="4" name="图片 3" descr="视觉设计（12）_副本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995" y="635"/>
            <a:ext cx="62858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视觉设计（10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91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视觉设计（11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视觉设计（7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视觉设计（13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35"/>
            <a:ext cx="12191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视觉设计（9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35"/>
            <a:ext cx="12191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视觉设计（8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91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plain-image-1080x540-000000-rectangl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4" name="图片 3" descr="视觉设计（15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505" y="0"/>
            <a:ext cx="969899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plain-image-1080x540-000000-rectangl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</p:spPr>
      </p:pic>
      <p:pic>
        <p:nvPicPr>
          <p:cNvPr id="4" name="图片 3" descr="视觉设计（16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310" y="0"/>
            <a:ext cx="969899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plain-image-1080x540-000000-rectangl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内容占位符 3" descr="视觉设计（17）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1420" y="0"/>
            <a:ext cx="97891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视觉设计（18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35"/>
            <a:ext cx="12191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视觉设计（19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1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视觉设计（20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91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视觉设计（21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1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未命名的设计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89460" cy="68573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4" baseType="lpstr">
      <vt:lpstr>Arial</vt:lpstr>
      <vt:lpstr>宋体</vt:lpstr>
      <vt:lpstr>Wingdings</vt:lpstr>
      <vt:lpstr>Arial Black</vt:lpstr>
      <vt:lpstr>微软雅黑</vt:lpstr>
      <vt:lpstr>Arial Unicode MS</vt:lpstr>
      <vt:lpstr>黑体</vt:lpstr>
      <vt:lpstr>WPS​​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LICHUN</cp:lastModifiedBy>
  <cp:revision>4</cp:revision>
  <dcterms:created xsi:type="dcterms:W3CDTF">2023-07-11T07:43:00Z</dcterms:created>
  <dcterms:modified xsi:type="dcterms:W3CDTF">2026-03-23T15:26:27Z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2052-12.8.2.18205</vt:lpwstr>
  </property>
  <property fmtid="{D5CDD505-2E9C-101B-9397-08002B2CF9AE}" pid="3" name="ICV">
    <vt:lpwstr>4FD6C7357CF547B49625E86217B27FD4_11</vt:lpwstr>
  </property>
</Properties>
</file>